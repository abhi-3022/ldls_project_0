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Structure-aware KV-cache Attention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786384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  ·  CPU-only  ·  Llama-3.2-1B Q4_K_M  ·  domains: HTML + LaTeX  ·  one driver, one parser per domain  ·  tests at section- and document-level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STATISTICS  (per document)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65836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22960"/>
                <a:gridCol w="1051560"/>
                <a:gridCol w="1325880"/>
                <a:gridCol w="7315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Subtrees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Sizes (tok)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 (Wikipedia “Dog”)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FB3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FB3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FB3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67–367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FB3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LaTeX  (math note, cites)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FB3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FB3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FB3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31–81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FB3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31546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3474720"/>
            <a:ext cx="6583680" cy="1737360"/>
          </a:xfrm>
          <a:prstGeom prst="roundRect">
            <a:avLst>
              <a:gd name="adj" fmla="val 3158"/>
            </a:avLst>
          </a:prstGeom>
          <a:solidFill>
            <a:srgbClr val="16293E"/>
          </a:solidFill>
          <a:ln w="12700">
            <a:solidFill>
              <a:srgbClr val="27415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363931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</a:t>
            </a:r>
            <a:pPr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3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(per domain) </a:t>
            </a:r>
            <a:pPr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3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JSON </a:t>
            </a:r>
            <a:pPr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3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driver </a:t>
            </a:r>
            <a:pPr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3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tests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041648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subtree is prefilled under its own </a:t>
            </a:r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id</a:t>
            </a:r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attention mask confines a question to its subtree + the shared prefix, so other subtrees can be corrupted or evicted without changing the answer.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73659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Parsers: </a:t>
            </a:r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(BeautifulSoup) · LaTeX (pylatexenc) · Markdown · Python-code (ast) — all emit the same schema.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123444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869680" y="12527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6C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PASS</a:t>
            </a:r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(isolation + eviction × HTML/LaTeX × section/document level)</a:t>
            </a:r>
            <a:endParaRPr lang="en-US" sz="11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600200"/>
          <a:ext cx="4343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77240"/>
                <a:gridCol w="73152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/ domain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 freed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· 1 doc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6C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6C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FB3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· 5-doc corpus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6C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6C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FB3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743 cells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LaTeX · 1 doc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6C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6C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FB3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LaTeX · 5-doc corpus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6C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6C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FB3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1010 cells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E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7360920" y="4114800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16293E"/>
          </a:solidFill>
          <a:ln w="12700">
            <a:solidFill>
              <a:srgbClr val="27415E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60920" y="4206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corpus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7360920" y="4480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519 </a:t>
            </a:r>
            <a:pPr algn="ctr" indent="0" marL="0">
              <a:buNone/>
            </a:pPr>
            <a:r>
              <a:rPr lang="en-US" sz="160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422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7360920" y="48646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KV  (−97 MB freed)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7360920" y="50840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 1 of 5 documents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9601200" y="4114800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16293E"/>
          </a:solidFill>
          <a:ln w="12700">
            <a:solidFill>
              <a:srgbClr val="27415E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601200" y="4206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 corpus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9601200" y="4480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476 </a:t>
            </a:r>
            <a:pPr algn="ctr" indent="0" marL="0">
              <a:buNone/>
            </a:pPr>
            <a:r>
              <a:rPr lang="en-US" sz="160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343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9601200" y="48646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KV  (−132 MB freed)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9601200" y="50840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 1 of 5 documents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502920" y="5532120"/>
            <a:ext cx="11201400" cy="1051560"/>
          </a:xfrm>
          <a:prstGeom prst="roundRect">
            <a:avLst>
              <a:gd name="adj" fmla="val 5217"/>
            </a:avLst>
          </a:prstGeom>
          <a:solidFill>
            <a:srgbClr val="16293E"/>
          </a:solidFill>
          <a:ln w="12700">
            <a:solidFill>
              <a:srgbClr val="27415E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31520" y="56509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731520" y="588873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</a:t>
            </a:r>
            <a:pPr indent="0" marL="0">
              <a:buNone/>
            </a:pPr>
            <a:r>
              <a:rPr lang="en-US" sz="11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id per subtree</a:t>
            </a:r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attention mask (causal + same-seq) confines a question to its subtree + shared prefix. Corrupting another subtree can’t change the answer; a subtree is evicted by its position range.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7406640" y="56509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STRUCTURE-AWARE EVICTION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7406640" y="588873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 cites / code emit a </a:t>
            </a:r>
            <a:pPr indent="0" marL="0">
              <a:buNone/>
            </a:pPr>
            <a:r>
              <a:rPr lang="en-US" sz="115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</a:t>
            </a:r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graph; the driver refuses to evict a subtree the question depends on. CPU: 31.6 s / HTML doc.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2026-10-16T06:09:26Z</dcterms:created>
  <dcterms:modified xsi:type="dcterms:W3CDTF">2026-10-16T06:09:26Z</dcterms:modified>
</cp:coreProperties>
</file>